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35" d="100"/>
          <a:sy n="35" d="100"/>
        </p:scale>
        <p:origin x="78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172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943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12/7/2025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258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99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347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06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02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34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77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133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58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84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SU-kduncan/cs4900-api-fan4/blob/main/homework/homework-2/api-routes.md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72DC3EE-C469-49E0-A83D-CA3BE525C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9547224" cy="6858000"/>
          </a:xfrm>
          <a:custGeom>
            <a:avLst/>
            <a:gdLst>
              <a:gd name="connsiteX0" fmla="*/ 7924201 w 9547224"/>
              <a:gd name="connsiteY0" fmla="*/ 0 h 6858000"/>
              <a:gd name="connsiteX1" fmla="*/ 6830968 w 9547224"/>
              <a:gd name="connsiteY1" fmla="*/ 0 h 6858000"/>
              <a:gd name="connsiteX2" fmla="*/ 6514769 w 9547224"/>
              <a:gd name="connsiteY2" fmla="*/ 0 h 6858000"/>
              <a:gd name="connsiteX3" fmla="*/ 6050802 w 9547224"/>
              <a:gd name="connsiteY3" fmla="*/ 0 h 6858000"/>
              <a:gd name="connsiteX4" fmla="*/ 4341273 w 9547224"/>
              <a:gd name="connsiteY4" fmla="*/ 0 h 6858000"/>
              <a:gd name="connsiteX5" fmla="*/ 0 w 9547224"/>
              <a:gd name="connsiteY5" fmla="*/ 0 h 6858000"/>
              <a:gd name="connsiteX6" fmla="*/ 0 w 9547224"/>
              <a:gd name="connsiteY6" fmla="*/ 6858000 h 6858000"/>
              <a:gd name="connsiteX7" fmla="*/ 4341273 w 9547224"/>
              <a:gd name="connsiteY7" fmla="*/ 6858000 h 6858000"/>
              <a:gd name="connsiteX8" fmla="*/ 6050802 w 9547224"/>
              <a:gd name="connsiteY8" fmla="*/ 6858000 h 6858000"/>
              <a:gd name="connsiteX9" fmla="*/ 6514769 w 9547224"/>
              <a:gd name="connsiteY9" fmla="*/ 6858000 h 6858000"/>
              <a:gd name="connsiteX10" fmla="*/ 6830968 w 9547224"/>
              <a:gd name="connsiteY10" fmla="*/ 6858000 h 6858000"/>
              <a:gd name="connsiteX11" fmla="*/ 7044470 w 9547224"/>
              <a:gd name="connsiteY11" fmla="*/ 6858000 h 6858000"/>
              <a:gd name="connsiteX12" fmla="*/ 7156226 w 9547224"/>
              <a:gd name="connsiteY12" fmla="*/ 6780599 h 6858000"/>
              <a:gd name="connsiteX13" fmla="*/ 7672874 w 9547224"/>
              <a:gd name="connsiteY13" fmla="*/ 6374814 h 6858000"/>
              <a:gd name="connsiteX14" fmla="*/ 9547224 w 9547224"/>
              <a:gd name="connsiteY14" fmla="*/ 3621656 h 6858000"/>
              <a:gd name="connsiteX15" fmla="*/ 7946325 w 9547224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547224" h="6858000">
                <a:moveTo>
                  <a:pt x="7924201" y="0"/>
                </a:moveTo>
                <a:lnTo>
                  <a:pt x="6830968" y="0"/>
                </a:lnTo>
                <a:lnTo>
                  <a:pt x="6514769" y="0"/>
                </a:lnTo>
                <a:lnTo>
                  <a:pt x="6050802" y="0"/>
                </a:lnTo>
                <a:lnTo>
                  <a:pt x="4341273" y="0"/>
                </a:lnTo>
                <a:lnTo>
                  <a:pt x="0" y="0"/>
                </a:lnTo>
                <a:lnTo>
                  <a:pt x="0" y="6858000"/>
                </a:lnTo>
                <a:lnTo>
                  <a:pt x="4341273" y="6858000"/>
                </a:lnTo>
                <a:lnTo>
                  <a:pt x="6050802" y="6858000"/>
                </a:lnTo>
                <a:lnTo>
                  <a:pt x="6514769" y="6858000"/>
                </a:lnTo>
                <a:lnTo>
                  <a:pt x="6830968" y="6858000"/>
                </a:lnTo>
                <a:lnTo>
                  <a:pt x="7044470" y="6858000"/>
                </a:lnTo>
                <a:lnTo>
                  <a:pt x="7156226" y="6780599"/>
                </a:lnTo>
                <a:cubicBezTo>
                  <a:pt x="7330044" y="6653108"/>
                  <a:pt x="7500671" y="6515397"/>
                  <a:pt x="7672874" y="6374814"/>
                </a:cubicBezTo>
                <a:cubicBezTo>
                  <a:pt x="8618499" y="5602839"/>
                  <a:pt x="9547224" y="4969131"/>
                  <a:pt x="9547224" y="3621656"/>
                </a:cubicBezTo>
                <a:cubicBezTo>
                  <a:pt x="9547224" y="2093192"/>
                  <a:pt x="8973488" y="754641"/>
                  <a:pt x="7946325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23E327-BA46-39D2-3F5D-6F8DB4691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1" y="2505160"/>
            <a:ext cx="7111999" cy="181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9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CFB5-37BD-A377-9101-A6C83502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Purpose and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2E0E7-3470-F3A2-015E-3FD8F55EA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Target: Casual moviegoers</a:t>
            </a:r>
          </a:p>
          <a:p>
            <a:r>
              <a:rPr lang="en-US" sz="2400" dirty="0"/>
              <a:t>Entities: Users, reviews, and movies</a:t>
            </a:r>
          </a:p>
          <a:p>
            <a:r>
              <a:rPr lang="en-US" sz="2400" dirty="0"/>
              <a:t>Build a web application that allows users to: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Search movies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Learn more about movies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Read and write reviews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393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E5F18F-9D70-4BE5-8A38-603463EE8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6" y="0"/>
            <a:ext cx="10678291" cy="6858000"/>
            <a:chOff x="547626" y="0"/>
            <a:chExt cx="10678291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1F8D69-709A-4575-A393-B4C26481A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6083" y="0"/>
              <a:ext cx="9841377" cy="6858000"/>
            </a:xfrm>
            <a:custGeom>
              <a:avLst/>
              <a:gdLst>
                <a:gd name="connsiteX0" fmla="*/ 8218354 w 9841377"/>
                <a:gd name="connsiteY0" fmla="*/ 0 h 6858000"/>
                <a:gd name="connsiteX1" fmla="*/ 5551962 w 9841377"/>
                <a:gd name="connsiteY1" fmla="*/ 0 h 6858000"/>
                <a:gd name="connsiteX2" fmla="*/ 5482342 w 9841377"/>
                <a:gd name="connsiteY2" fmla="*/ 0 h 6858000"/>
                <a:gd name="connsiteX3" fmla="*/ 4359035 w 9841377"/>
                <a:gd name="connsiteY3" fmla="*/ 0 h 6858000"/>
                <a:gd name="connsiteX4" fmla="*/ 4289415 w 9841377"/>
                <a:gd name="connsiteY4" fmla="*/ 0 h 6858000"/>
                <a:gd name="connsiteX5" fmla="*/ 1623023 w 9841377"/>
                <a:gd name="connsiteY5" fmla="*/ 0 h 6858000"/>
                <a:gd name="connsiteX6" fmla="*/ 1600899 w 9841377"/>
                <a:gd name="connsiteY6" fmla="*/ 14997 h 6858000"/>
                <a:gd name="connsiteX7" fmla="*/ 0 w 9841377"/>
                <a:gd name="connsiteY7" fmla="*/ 3621656 h 6858000"/>
                <a:gd name="connsiteX8" fmla="*/ 1874350 w 9841377"/>
                <a:gd name="connsiteY8" fmla="*/ 6374814 h 6858000"/>
                <a:gd name="connsiteX9" fmla="*/ 2390998 w 9841377"/>
                <a:gd name="connsiteY9" fmla="*/ 6780599 h 6858000"/>
                <a:gd name="connsiteX10" fmla="*/ 2502754 w 9841377"/>
                <a:gd name="connsiteY10" fmla="*/ 6858000 h 6858000"/>
                <a:gd name="connsiteX11" fmla="*/ 4289415 w 9841377"/>
                <a:gd name="connsiteY11" fmla="*/ 6858000 h 6858000"/>
                <a:gd name="connsiteX12" fmla="*/ 4359035 w 9841377"/>
                <a:gd name="connsiteY12" fmla="*/ 6858000 h 6858000"/>
                <a:gd name="connsiteX13" fmla="*/ 5482342 w 9841377"/>
                <a:gd name="connsiteY13" fmla="*/ 6858000 h 6858000"/>
                <a:gd name="connsiteX14" fmla="*/ 5551962 w 9841377"/>
                <a:gd name="connsiteY14" fmla="*/ 6858000 h 6858000"/>
                <a:gd name="connsiteX15" fmla="*/ 7338623 w 9841377"/>
                <a:gd name="connsiteY15" fmla="*/ 6858000 h 6858000"/>
                <a:gd name="connsiteX16" fmla="*/ 7450379 w 9841377"/>
                <a:gd name="connsiteY16" fmla="*/ 6780599 h 6858000"/>
                <a:gd name="connsiteX17" fmla="*/ 7967027 w 9841377"/>
                <a:gd name="connsiteY17" fmla="*/ 6374814 h 6858000"/>
                <a:gd name="connsiteX18" fmla="*/ 9841377 w 9841377"/>
                <a:gd name="connsiteY18" fmla="*/ 3621656 h 6858000"/>
                <a:gd name="connsiteX19" fmla="*/ 8240478 w 9841377"/>
                <a:gd name="connsiteY19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841377" h="6858000">
                  <a:moveTo>
                    <a:pt x="8218354" y="0"/>
                  </a:moveTo>
                  <a:lnTo>
                    <a:pt x="5551962" y="0"/>
                  </a:lnTo>
                  <a:lnTo>
                    <a:pt x="5482342" y="0"/>
                  </a:lnTo>
                  <a:lnTo>
                    <a:pt x="4359035" y="0"/>
                  </a:lnTo>
                  <a:lnTo>
                    <a:pt x="4289415" y="0"/>
                  </a:lnTo>
                  <a:lnTo>
                    <a:pt x="1623023" y="0"/>
                  </a:lnTo>
                  <a:lnTo>
                    <a:pt x="1600899" y="14997"/>
                  </a:lnTo>
                  <a:cubicBezTo>
                    <a:pt x="573736" y="754641"/>
                    <a:pt x="0" y="2093192"/>
                    <a:pt x="0" y="3621656"/>
                  </a:cubicBezTo>
                  <a:cubicBezTo>
                    <a:pt x="0" y="4969131"/>
                    <a:pt x="928725" y="5602839"/>
                    <a:pt x="1874350" y="6374814"/>
                  </a:cubicBezTo>
                  <a:cubicBezTo>
                    <a:pt x="2046553" y="6515397"/>
                    <a:pt x="2217180" y="6653108"/>
                    <a:pt x="2390998" y="6780599"/>
                  </a:cubicBezTo>
                  <a:lnTo>
                    <a:pt x="2502754" y="6858000"/>
                  </a:lnTo>
                  <a:lnTo>
                    <a:pt x="4289415" y="6858000"/>
                  </a:lnTo>
                  <a:lnTo>
                    <a:pt x="4359035" y="6858000"/>
                  </a:lnTo>
                  <a:lnTo>
                    <a:pt x="5482342" y="6858000"/>
                  </a:lnTo>
                  <a:lnTo>
                    <a:pt x="5551962" y="6858000"/>
                  </a:lnTo>
                  <a:lnTo>
                    <a:pt x="7338623" y="6858000"/>
                  </a:lnTo>
                  <a:lnTo>
                    <a:pt x="7450379" y="6780599"/>
                  </a:lnTo>
                  <a:cubicBezTo>
                    <a:pt x="7624197" y="6653108"/>
                    <a:pt x="7794824" y="6515397"/>
                    <a:pt x="7967027" y="6374814"/>
                  </a:cubicBezTo>
                  <a:cubicBezTo>
                    <a:pt x="8912652" y="5602839"/>
                    <a:pt x="9841377" y="4969131"/>
                    <a:pt x="9841377" y="3621656"/>
                  </a:cubicBezTo>
                  <a:cubicBezTo>
                    <a:pt x="9841377" y="2093192"/>
                    <a:pt x="9267641" y="754641"/>
                    <a:pt x="8240478" y="14997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0981015-32A2-4B76-9F2E-0A8D6EC8E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6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8532F4-8B67-47B7-B58A-5DD3E1BE5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60922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87DA9F-8DB2-4D48-8716-A928FBB8A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2672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95EA065-AC5D-431D-927E-87FF05884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9619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E37E2DD-C7FE-4D6C-8F1D-5031E96A7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7618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8B68BA-AB87-4EB5-97C2-F1F304E19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449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D1C42C1-8C2D-1FFD-6E1F-1D67FA8F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0" y="1346268"/>
            <a:ext cx="7810500" cy="31253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7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User Flow and Wireframes</a:t>
            </a:r>
          </a:p>
        </p:txBody>
      </p:sp>
    </p:spTree>
    <p:extLst>
      <p:ext uri="{BB962C8B-B14F-4D97-AF65-F5344CB8AC3E}">
        <p14:creationId xmlns:p14="http://schemas.microsoft.com/office/powerpoint/2010/main" val="1719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F79B0DD-2C63-4EE5-804F-B8E391FC1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7DB8AB-CD55-4C8F-9043-52652B892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6"/>
            <a:ext cx="5364255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 screenshot of a phone&#10;&#10;AI-generated content may be incorrect.">
            <a:extLst>
              <a:ext uri="{FF2B5EF4-FFF2-40B4-BE49-F238E27FC236}">
                <a16:creationId xmlns:a16="http://schemas.microsoft.com/office/drawing/2014/main" id="{0FDC3A65-A08D-45C8-EDA3-C27ABB9F4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72" y="752273"/>
            <a:ext cx="3448242" cy="2465493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3059C5A-91CB-4024-9B4E-20082E25C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8589" y="643466"/>
            <a:ext cx="5376806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screenshot of a phone&#10;&#10;AI-generated content may be incorrect.">
            <a:extLst>
              <a:ext uri="{FF2B5EF4-FFF2-40B4-BE49-F238E27FC236}">
                <a16:creationId xmlns:a16="http://schemas.microsoft.com/office/drawing/2014/main" id="{0913B2A3-7F94-798D-808D-53A6EBD36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643" y="775959"/>
            <a:ext cx="3439163" cy="2441807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84884BF-A898-4EFF-9504-E13EBE3FF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3514513"/>
            <a:ext cx="5364255" cy="270340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32D337-FDA6-4468-ADB1-7038E5FC0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8589" y="3514513"/>
            <a:ext cx="5376806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screenshot of a login box&#10;&#10;AI-generated content may be incorrect.">
            <a:extLst>
              <a:ext uri="{FF2B5EF4-FFF2-40B4-BE49-F238E27FC236}">
                <a16:creationId xmlns:a16="http://schemas.microsoft.com/office/drawing/2014/main" id="{6EA6EE9B-384B-7D57-6B4E-E4DFAE2D3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715" y="3584649"/>
            <a:ext cx="3596837" cy="254476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B81E580-F909-161C-A4EB-BE52EACDB24B}"/>
              </a:ext>
            </a:extLst>
          </p:cNvPr>
          <p:cNvSpPr txBox="1"/>
          <p:nvPr/>
        </p:nvSpPr>
        <p:spPr>
          <a:xfrm>
            <a:off x="643466" y="301567"/>
            <a:ext cx="1774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profile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5E213D-F0FA-0D0D-0FFE-D8BE4EED369F}"/>
              </a:ext>
            </a:extLst>
          </p:cNvPr>
          <p:cNvCxnSpPr>
            <a:cxnSpLocks/>
          </p:cNvCxnSpPr>
          <p:nvPr/>
        </p:nvCxnSpPr>
        <p:spPr>
          <a:xfrm>
            <a:off x="5175504" y="1920240"/>
            <a:ext cx="1736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E03E68E-0447-912D-BCEC-9F91B9404079}"/>
              </a:ext>
            </a:extLst>
          </p:cNvPr>
          <p:cNvCxnSpPr>
            <a:cxnSpLocks/>
          </p:cNvCxnSpPr>
          <p:nvPr/>
        </p:nvCxnSpPr>
        <p:spPr>
          <a:xfrm>
            <a:off x="5203049" y="4727448"/>
            <a:ext cx="16093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2E00CF0-75AA-715C-66D4-6D8700960629}"/>
              </a:ext>
            </a:extLst>
          </p:cNvPr>
          <p:cNvSpPr txBox="1"/>
          <p:nvPr/>
        </p:nvSpPr>
        <p:spPr>
          <a:xfrm>
            <a:off x="738715" y="6221307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Login</a:t>
            </a:r>
          </a:p>
        </p:txBody>
      </p:sp>
      <p:pic>
        <p:nvPicPr>
          <p:cNvPr id="23" name="Picture 22" descr="A screenshot of a computer login&#10;&#10;AI-generated content may be incorrect.">
            <a:extLst>
              <a:ext uri="{FF2B5EF4-FFF2-40B4-BE49-F238E27FC236}">
                <a16:creationId xmlns:a16="http://schemas.microsoft.com/office/drawing/2014/main" id="{5F0665E9-1F49-4397-AE4B-741B7FFBD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926" y="3584649"/>
            <a:ext cx="3563359" cy="252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2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6B2C8-30BF-5D45-567E-030DA8EB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2CF95EC-399E-45D3-1931-10D9584A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80EFA9-E71F-F7DD-937B-028ACA979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6"/>
            <a:ext cx="5364255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6F11FE-9BC1-73D1-D57C-2176EB7EF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8589" y="643466"/>
            <a:ext cx="5376806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DAB169-D4B3-25B5-ED29-583DFE559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3514513"/>
            <a:ext cx="5364255" cy="270340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6FFE08-8B3C-0D7D-98CA-269377E27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8589" y="3514513"/>
            <a:ext cx="5376806" cy="2706794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944652-328A-7E32-4B15-1249B22CA7A8}"/>
              </a:ext>
            </a:extLst>
          </p:cNvPr>
          <p:cNvSpPr txBox="1"/>
          <p:nvPr/>
        </p:nvSpPr>
        <p:spPr>
          <a:xfrm>
            <a:off x="643466" y="301567"/>
            <a:ext cx="984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Review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C531D2-4C7A-3009-B2D1-51F8682940F1}"/>
              </a:ext>
            </a:extLst>
          </p:cNvPr>
          <p:cNvCxnSpPr>
            <a:cxnSpLocks/>
          </p:cNvCxnSpPr>
          <p:nvPr/>
        </p:nvCxnSpPr>
        <p:spPr>
          <a:xfrm>
            <a:off x="5336372" y="1956867"/>
            <a:ext cx="1564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CFB2029-0781-C3EC-8BB8-E2C63469C5F6}"/>
              </a:ext>
            </a:extLst>
          </p:cNvPr>
          <p:cNvCxnSpPr>
            <a:cxnSpLocks/>
          </p:cNvCxnSpPr>
          <p:nvPr/>
        </p:nvCxnSpPr>
        <p:spPr>
          <a:xfrm>
            <a:off x="5291328" y="4727448"/>
            <a:ext cx="16093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A84AB1C-2BE1-654E-BE9D-99C7041B6EDC}"/>
              </a:ext>
            </a:extLst>
          </p:cNvPr>
          <p:cNvSpPr txBox="1"/>
          <p:nvPr/>
        </p:nvSpPr>
        <p:spPr>
          <a:xfrm>
            <a:off x="738715" y="6221307"/>
            <a:ext cx="111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91966-E7C0-66CE-58CD-3BEE834C0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36" y="735008"/>
            <a:ext cx="4153326" cy="2498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63EF12-C4B2-8AB0-01D3-1E1BFD79C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540" y="735009"/>
            <a:ext cx="4192380" cy="2532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46FDF0-B649-4A48-2CC1-28260E2A3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36" y="3612355"/>
            <a:ext cx="4045533" cy="2435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58DDE5-D06D-F25C-F44C-856C28A83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261" y="3612355"/>
            <a:ext cx="4190635" cy="246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7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961C2-8C19-9BE0-26AE-13806F5E948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0503"/>
            <a:ext cx="5902960" cy="125222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4800" dirty="0"/>
              <a:t>Brand Guide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4F3AAA-4DF7-7968-2B27-A3EB6A083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460992"/>
            <a:ext cx="10535920" cy="521538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96629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674FD-5E6E-6D3C-104D-F7544266F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7AC5D-CAD5-DA30-ABB3-8C2B6A273F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0503"/>
            <a:ext cx="7559040" cy="125222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4800" dirty="0"/>
              <a:t>Conceptual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0B9A5F-A980-B6A3-13D3-2482607F6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896" y="1362723"/>
            <a:ext cx="9478208" cy="532865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300893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7B25-D63F-332E-7E60-DC3336C3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B4A75-B993-B2C3-CCFA-E0A084B70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User: Get, Put, Post, Delete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Movie: Get, Put, Post, Delete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Movie List: Get, Put, Post, Delete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Review: Get, Put, Post, Delete</a:t>
            </a:r>
          </a:p>
          <a:p>
            <a:endParaRPr lang="en-US" dirty="0"/>
          </a:p>
          <a:p>
            <a:r>
              <a:rPr lang="en-US" sz="1000" dirty="0"/>
              <a:t>Refer to: </a:t>
            </a:r>
            <a:r>
              <a:rPr lang="en-US" sz="800" dirty="0">
                <a:hlinkClick r:id="rId2"/>
              </a:rPr>
              <a:t>https://github.com/WSU-kduncan/cs4900-api-fan4/blob/main/homework/homework-2/api-routes.md</a:t>
            </a:r>
            <a:r>
              <a:rPr lang="en-US" sz="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855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E5F18F-9D70-4BE5-8A38-603463EE8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6" y="0"/>
            <a:ext cx="10678291" cy="6858000"/>
            <a:chOff x="547626" y="0"/>
            <a:chExt cx="10678291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1F8D69-709A-4575-A393-B4C26481A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6083" y="0"/>
              <a:ext cx="9841377" cy="6858000"/>
            </a:xfrm>
            <a:custGeom>
              <a:avLst/>
              <a:gdLst>
                <a:gd name="connsiteX0" fmla="*/ 8218354 w 9841377"/>
                <a:gd name="connsiteY0" fmla="*/ 0 h 6858000"/>
                <a:gd name="connsiteX1" fmla="*/ 5551962 w 9841377"/>
                <a:gd name="connsiteY1" fmla="*/ 0 h 6858000"/>
                <a:gd name="connsiteX2" fmla="*/ 5482342 w 9841377"/>
                <a:gd name="connsiteY2" fmla="*/ 0 h 6858000"/>
                <a:gd name="connsiteX3" fmla="*/ 4359035 w 9841377"/>
                <a:gd name="connsiteY3" fmla="*/ 0 h 6858000"/>
                <a:gd name="connsiteX4" fmla="*/ 4289415 w 9841377"/>
                <a:gd name="connsiteY4" fmla="*/ 0 h 6858000"/>
                <a:gd name="connsiteX5" fmla="*/ 1623023 w 9841377"/>
                <a:gd name="connsiteY5" fmla="*/ 0 h 6858000"/>
                <a:gd name="connsiteX6" fmla="*/ 1600899 w 9841377"/>
                <a:gd name="connsiteY6" fmla="*/ 14997 h 6858000"/>
                <a:gd name="connsiteX7" fmla="*/ 0 w 9841377"/>
                <a:gd name="connsiteY7" fmla="*/ 3621656 h 6858000"/>
                <a:gd name="connsiteX8" fmla="*/ 1874350 w 9841377"/>
                <a:gd name="connsiteY8" fmla="*/ 6374814 h 6858000"/>
                <a:gd name="connsiteX9" fmla="*/ 2390998 w 9841377"/>
                <a:gd name="connsiteY9" fmla="*/ 6780599 h 6858000"/>
                <a:gd name="connsiteX10" fmla="*/ 2502754 w 9841377"/>
                <a:gd name="connsiteY10" fmla="*/ 6858000 h 6858000"/>
                <a:gd name="connsiteX11" fmla="*/ 4289415 w 9841377"/>
                <a:gd name="connsiteY11" fmla="*/ 6858000 h 6858000"/>
                <a:gd name="connsiteX12" fmla="*/ 4359035 w 9841377"/>
                <a:gd name="connsiteY12" fmla="*/ 6858000 h 6858000"/>
                <a:gd name="connsiteX13" fmla="*/ 5482342 w 9841377"/>
                <a:gd name="connsiteY13" fmla="*/ 6858000 h 6858000"/>
                <a:gd name="connsiteX14" fmla="*/ 5551962 w 9841377"/>
                <a:gd name="connsiteY14" fmla="*/ 6858000 h 6858000"/>
                <a:gd name="connsiteX15" fmla="*/ 7338623 w 9841377"/>
                <a:gd name="connsiteY15" fmla="*/ 6858000 h 6858000"/>
                <a:gd name="connsiteX16" fmla="*/ 7450379 w 9841377"/>
                <a:gd name="connsiteY16" fmla="*/ 6780599 h 6858000"/>
                <a:gd name="connsiteX17" fmla="*/ 7967027 w 9841377"/>
                <a:gd name="connsiteY17" fmla="*/ 6374814 h 6858000"/>
                <a:gd name="connsiteX18" fmla="*/ 9841377 w 9841377"/>
                <a:gd name="connsiteY18" fmla="*/ 3621656 h 6858000"/>
                <a:gd name="connsiteX19" fmla="*/ 8240478 w 9841377"/>
                <a:gd name="connsiteY19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841377" h="6858000">
                  <a:moveTo>
                    <a:pt x="8218354" y="0"/>
                  </a:moveTo>
                  <a:lnTo>
                    <a:pt x="5551962" y="0"/>
                  </a:lnTo>
                  <a:lnTo>
                    <a:pt x="5482342" y="0"/>
                  </a:lnTo>
                  <a:lnTo>
                    <a:pt x="4359035" y="0"/>
                  </a:lnTo>
                  <a:lnTo>
                    <a:pt x="4289415" y="0"/>
                  </a:lnTo>
                  <a:lnTo>
                    <a:pt x="1623023" y="0"/>
                  </a:lnTo>
                  <a:lnTo>
                    <a:pt x="1600899" y="14997"/>
                  </a:lnTo>
                  <a:cubicBezTo>
                    <a:pt x="573736" y="754641"/>
                    <a:pt x="0" y="2093192"/>
                    <a:pt x="0" y="3621656"/>
                  </a:cubicBezTo>
                  <a:cubicBezTo>
                    <a:pt x="0" y="4969131"/>
                    <a:pt x="928725" y="5602839"/>
                    <a:pt x="1874350" y="6374814"/>
                  </a:cubicBezTo>
                  <a:cubicBezTo>
                    <a:pt x="2046553" y="6515397"/>
                    <a:pt x="2217180" y="6653108"/>
                    <a:pt x="2390998" y="6780599"/>
                  </a:cubicBezTo>
                  <a:lnTo>
                    <a:pt x="2502754" y="6858000"/>
                  </a:lnTo>
                  <a:lnTo>
                    <a:pt x="4289415" y="6858000"/>
                  </a:lnTo>
                  <a:lnTo>
                    <a:pt x="4359035" y="6858000"/>
                  </a:lnTo>
                  <a:lnTo>
                    <a:pt x="5482342" y="6858000"/>
                  </a:lnTo>
                  <a:lnTo>
                    <a:pt x="5551962" y="6858000"/>
                  </a:lnTo>
                  <a:lnTo>
                    <a:pt x="7338623" y="6858000"/>
                  </a:lnTo>
                  <a:lnTo>
                    <a:pt x="7450379" y="6780599"/>
                  </a:lnTo>
                  <a:cubicBezTo>
                    <a:pt x="7624197" y="6653108"/>
                    <a:pt x="7794824" y="6515397"/>
                    <a:pt x="7967027" y="6374814"/>
                  </a:cubicBezTo>
                  <a:cubicBezTo>
                    <a:pt x="8912652" y="5602839"/>
                    <a:pt x="9841377" y="4969131"/>
                    <a:pt x="9841377" y="3621656"/>
                  </a:cubicBezTo>
                  <a:cubicBezTo>
                    <a:pt x="9841377" y="2093192"/>
                    <a:pt x="9267641" y="754641"/>
                    <a:pt x="8240478" y="14997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0981015-32A2-4B76-9F2E-0A8D6EC8E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6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8532F4-8B67-47B7-B58A-5DD3E1BE5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60922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87DA9F-8DB2-4D48-8716-A928FBB8A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2672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95EA065-AC5D-431D-927E-87FF05884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9619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E37E2DD-C7FE-4D6C-8F1D-5031E96A7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7618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8B68BA-AB87-4EB5-97C2-F1F304E19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449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F000DD0-D2E7-3E32-D68F-7665C6DE482D}"/>
              </a:ext>
            </a:extLst>
          </p:cNvPr>
          <p:cNvSpPr txBox="1"/>
          <p:nvPr/>
        </p:nvSpPr>
        <p:spPr>
          <a:xfrm>
            <a:off x="2190750" y="1346268"/>
            <a:ext cx="7810500" cy="3125338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spc="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CollectiViews</a:t>
            </a:r>
            <a:r>
              <a:rPr lang="en-US" sz="7200" b="1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DEMO!!!</a:t>
            </a:r>
          </a:p>
        </p:txBody>
      </p:sp>
    </p:spTree>
    <p:extLst>
      <p:ext uri="{BB962C8B-B14F-4D97-AF65-F5344CB8AC3E}">
        <p14:creationId xmlns:p14="http://schemas.microsoft.com/office/powerpoint/2010/main" val="2817326998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115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Meiryo</vt:lpstr>
      <vt:lpstr>Arial</vt:lpstr>
      <vt:lpstr>Corbel</vt:lpstr>
      <vt:lpstr>SketchLinesVTI</vt:lpstr>
      <vt:lpstr>PowerPoint Presentation</vt:lpstr>
      <vt:lpstr>Purpose and MVP</vt:lpstr>
      <vt:lpstr>User Flow and Wireframes</vt:lpstr>
      <vt:lpstr>PowerPoint Presentation</vt:lpstr>
      <vt:lpstr>PowerPoint Presentation</vt:lpstr>
      <vt:lpstr>Brand Guide</vt:lpstr>
      <vt:lpstr>Conceptual Model</vt:lpstr>
      <vt:lpstr>API Definitions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AZIZBEK HUSAINOV</dc:creator>
  <cp:lastModifiedBy>AZIZBEK HUSAINOV</cp:lastModifiedBy>
  <cp:revision>1</cp:revision>
  <dcterms:created xsi:type="dcterms:W3CDTF">2025-12-07T08:26:23Z</dcterms:created>
  <dcterms:modified xsi:type="dcterms:W3CDTF">2025-12-07T10:05:55Z</dcterms:modified>
</cp:coreProperties>
</file>